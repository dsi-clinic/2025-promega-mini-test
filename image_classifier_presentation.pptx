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this with your presentation title, name,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475 organoids, but after requiring survey labels and complete metabolite data, only 220 remain. The test set has just 9 negatives per day -- keep this number in mind; it comes back in Observation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 imbalance is structural -- most organoids are acceptable. We up-weight the minority class ~2.5x during training, but 9 negatives in the test set still makes evaluation fragile. The overlay images show the organoid's boundary on a neutral background -- this is what the model actually sees. Notice how early-day organoids look similar regardless of label, while late-day ones show clear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15-step pipeline from raw TIFF to training-ready images. The key design decision is the overlay representation -- showing the organoid's boundary on a neutral background. This works well, suggesting morphological shape is the main signal for quality classification. Keep this brief -- ~90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comparison: a simple per-day model vs a temporal model that sees the full history. Same backbone, same data, same split. The only difference is temporal context. Thresholds are optimized on validation -- at 0.5, performance would be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Per-day wins 9 out of 11 days. Time-series only overtakes at days 28-30. The dips at day 13 and 15 are where the time-series model completely collapses. This is a striking result -- the simpler model wins almost everywhere. This leads us to our three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time-series model's optimal threshold swings from 0.10 to 0.90 across days. You cannot deploy this with a single cutoff. The per-day model stays in a tight 0.51-0.58 range. This instability is because the temporal model is absorbing noise from earlier days -- which connects directly to Observation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Days 13 and 15 are the extreme case -- probabilities collapse to 0.21. We tried three fixes, none worked. The per-day model handles these days fine. This points to a fundamental issue with temporal modeling on early sequences, not a data preprocessing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past images helped, the time-series model should dominate. It loses on 9 of 11 days. In early days, the organoid's past appearance cannot predict its future quality. The past is noise. This also explains why the time-series model's threshold calibration is so unstable -- it's fitting to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becomes signal only near the end of the experiment. This makes biological sense -- quality differentiation happens late. For deployment, the hybrid strategy -- per-day early, time-series late -- is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5,168 images sounds like a lot, but after filtering and splitting, the test set has only 9 negative samples per day. A single misclassification flips specificity by 11%. This means many of the performance differences we've shown may not be statistically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sobering meta-observation. Before we over-interpret any metric difference, we need to acknowledge that our evaluation is statistically fragile. More labeled data -- especially 'not acceptable' -- is the single most impactful improvement we can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classifier can save costs as a pre-filter for late-day assessments, but cannot fully replace expert review, especially at early time points. At day 28-30 it is useful as an automated screening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has structural problems that better models alone cannot solve: too few labeled negatives, a questionable label propagation assumption, and inherent visual ambiguity in early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next steps: deploy late-day screening now, collect more negative labels, and question whether backward label propagation is biologically valid. The fact that overlay images work well suggests simpler shape-based methods could also be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tested 7 ways to combine metabolites with images. The bilinear approach hits 0.87 at day 30 -- our best result. But it doesn't help early days. This confirms what we learned: late-day data is where the signal lives. The combined approach is promising but needs further validation with the time-series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B6B6B"/>
                </a:solidFill>
                <a:latin typeface="Calibri"/>
              </a:defRPr>
            </a:pPr>
            <a:r>
              <a:t>(Your Title 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B6B6B"/>
                </a:solidFill>
                <a:latin typeface="Calibri"/>
              </a:defRPr>
            </a:pPr>
            <a:r>
              <a:t>Add your name, date, and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Data Funnel and Dataset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The Data Funnel: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475 unique organoid wells imaged across 11 days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→ ~260 have Day 30 expert survey labels (majority vote, min 4 votes)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→ 220 remain after requiring complete metabolite data + valid image + mask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Train / Val / Test Split (organoid-level):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158 train  /  18 validation  /  44 test organoids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Test labels: 35 Acceptable, 9 Not Acceptable (per day)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11 Time Points: Day 3, 6, 8, 10, 13, 15, 17, 20.5, 24, 26, 28, 30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Key takeaway: only 9 negative test samples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Labels, Class Imbalance, and What the Model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Class split: 72.5% Acceptable vs 27.5% Not Acceptable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Imbalance handled with balanced class weights: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Minority class (~Not Acceptable) gets ~2.5× weight in loss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sklearn compute_class_weight("balanced")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Labels from expert surveys at Day 28/30,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propagated backward to earlier days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Image representation: overlay (green outline on grayscale) →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943600" cy="3723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Data Engineering Pipeline (Brief)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Pipeline in one line: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Raw TIFF → best-focus selection → resize 512×384 → SegFormer segmentation → overlay → mean-fill background → split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Key decisions: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Two segmentation models: Early (Day 3-10) and Late (Day 13-30) due to morphology differences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Overlay representation = organoid shape on neutral background. Shape is the primary signal.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Other representations tested (RGB mask, filled mask) -- overlay performed best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This is a 2-stage pipeline: segmentation quality directly affects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Two Models, One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Per-Day EfficientNet: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One model per day. Sees only the image at day D.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No history, no temporal context.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EfficientNet Time-Series (effnet_ts):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Sees the full image sequence up to day D.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Temporal context from all earlier days.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Same backbone (EfficientNet-B0), same split, same class weighting.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Primary metric: balanced accuracy at validation-optimal threshold.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Note: thresholds are chosen by the validation set. At a naive 0.5 cutoff, results are worse.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The question: does seeing history help?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Per-Day vs Time-Series: Performance Across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4523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1: Model Calibration is Unstable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3399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2801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effnet_ts thresholds: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Range: 0.10 – 0.90 (9× spread)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Cannot deploy with a single cutoff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Per-day thresholds: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• Range: 0.51 – 0.58 (stable)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Why? The temporal model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absorbs noise from earlier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days, distorting its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probability outputs.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→ Connects to Obs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1 (cont.): Day 13/15 — The Extreme Collapse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effnet_ts on Day 13: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Predicted probabilities collapse to ~0.21 (range 0.207 – 0.222)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At threshold 0.5: predicts ALL as "Not Acceptable"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Result: 0 true positives out of 31 → balanced accuracy = 0.50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Remediation attempts (briefly):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Grayscale normalization → still collapsed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Filled mask input → still collapsed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Transform auditing (Day 13 vs Day 28) → no obvious input bug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Per-day model on same days: balanced_acc = 0.676 (Day 13), 0.619 (Day 15)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→ Per-day handles these days fine. The issue is in temporal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2: In Early Days, Past Signals Are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Per-day model wins on 9 of 11 days (Day 6 – Day 26)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Advantage ranges from +0.002 to +0.227 balanced accuracy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Time-series only wins at Day 28 and Day 30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Advantage: +0.134 to +0.214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The key insight: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The per-day model ignores history and performs better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If history were informative, the time-series model should dominate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It doesn't → temporal signal from earlier days is not informative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The past is noise that distorts the time-series model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This explains Observation 1: noisy past signals → unstable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2 (cont.): Why History Helps Only at Day 28+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By Day 28–30, the organoid has shown most of its developmental trajectory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Cumulative visual evidence is finally informative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Quality differentiation happens late — this makes biological sense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Earlier days (6–26): acceptable and not-acceptable look similar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Morphological ambiguity before differentiation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Adding ambiguous past images only adds noise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Implication for deployment: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Use per-day model for days 6–26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Switch to time-series model for days 28+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Hybrid strategy is optimal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3: The Hidden Small-N Fragility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5,168 total images sounds large, but...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The funnel again: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475 wells → ~260 labeled → 220 after filtering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44 in test set, only 9 negatives per day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Impact of a single misclassification: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1 wrong prediction out of 9 negatives = specificity changes by 11%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2 wrong predictions = specificity changes by 22%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The 0.227 balanced_acc gap (Day 13, per-day vs effnet_ts)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could be driven by just 2–3 samples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Many performance differences may not be statistically significant.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Obs 3 (cont.): What This Means for All Our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Threshold sensitivity (Obs 1) is amplified by small n: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Shifting the threshold moves a few predictions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With 9 negatives, that's a huge percentage swing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Reproducibility runs (3 runs, fixed seed) produce identical results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The instability is systematic, not random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Same seed → same result, but the evaluation is still fragile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What we need: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More labeled negatives ("Not Acceptable" organoids)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Cross-validation with confidence intervals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This is the single most impactful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Can the Classifier Replace Manual Scoring?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Partial yes at late days: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Day 28–30: effnet_ts achieves 0.76–0.82 balanced accuracy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Useful as a screening tool / pre-filter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Not yet for early days: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Days 6–17: performance 0.50–0.67 — not reliable enough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Cannot replace expert review at early time points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Cost-saving potential: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Pre-filter at late days: flag clear acceptables automatically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Route ambiguous cases to experts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Could reduce manual review by ~50% at late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What Is Wrong with the Image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Class imbalance: 72.5% Acceptable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Models default to majority class despite 2.5× weighting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Label propagation assumption: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Labels from Day 28/30 applied backward to earlier days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Assumes quality is determined at seeding — may not be true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Small labeled set: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Only 220 usable organoids out of 475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Only 9 negatives in the test set per day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Morphological ambiguity: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In early days, acceptable and not-acceptable organoids look similar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Not solvable by better models alone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Short-term: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Deploy per-day model at Day 28–30 as automated pre-screening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Hybrid strategy: per-day for early days, time-series for late days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Medium-term: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Collect more "Not Acceptable" labels (target: 100+ negatives in test)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Report all metrics with confidence intervals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Long-term: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Investigate whether organoid quality is truly fixed at seeding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(the backward label propagation assumption)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Overlay approach works well → shape is signal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Simpler shape-based methods could be viable alternatives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D2D2D"/>
                </a:solidFill>
                <a:latin typeface="Calibri"/>
              </a:defRPr>
            </a:pPr>
            <a:r>
              <a:t>Bilinear Combined Model: Image + Metabolite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82880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Tested 7 fusion strategies to add metabolite data into the image classifier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(concat, gated, FiLM, bilinear, prior, classifier_only, cross_attention)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Best result: Bilinear fusion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Day 30: 0.87 balanced accuracy (best across all approaches)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Day 28: 0.75 balanced accuracy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Days 8, 13, 20.5: collapses to ~0.50 (same problem as image-only)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Confirms Observation 2: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Late-day data is where the signal lives — for both images and metabolites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Metabolite signal is also noisy in early days</a:t>
            </a:r>
          </a:p>
          <a:p>
            <a:pPr lvl="1"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No single fusion strategy wins every day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Next step: Run same 7 strategies with time-series backbone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